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Strategy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Targeting 25 percent growth in Enterprise sales.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