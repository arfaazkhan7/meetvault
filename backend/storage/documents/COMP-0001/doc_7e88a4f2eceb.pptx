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Titan Enterprise Architecture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OAuth2 JWT security and microservices specification.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